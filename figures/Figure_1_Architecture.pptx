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da9a5322d4bb6" /><Relationship Type="http://schemas.openxmlformats.org/officeDocument/2006/relationships/extended-properties" Target="/docProps/app.xml" Id="R166f4b557ece4c08" /><Relationship Type="http://schemas.openxmlformats.org/officeDocument/2006/relationships/officeDocument" Target="/ppt/presentation.xml" Id="Re4e977b6439f4e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46141f738412a"/>
  </p:sldMasterIdLst>
  <p:notesMasterIdLst>
    <p:notesMasterId xmlns:r="http://schemas.openxmlformats.org/officeDocument/2006/relationships" r:id="Re58bd3de542d41f7"/>
  </p:notesMasterIdLst>
  <p:sldIdLst>
    <p:sldId xmlns:r="http://schemas.openxmlformats.org/officeDocument/2006/relationships" id="256" r:id="R3d4eaa130bfd41c2"/>
  </p:sldIdLst>
  <p:sldSz cx="123825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439e21e7246c6" /><Relationship Type="http://schemas.openxmlformats.org/officeDocument/2006/relationships/slideMaster" Target="/ppt/slideMasters/slideMaster1.xml" Id="Rc8d46141f738412a" /><Relationship Type="http://schemas.openxmlformats.org/officeDocument/2006/relationships/notesMaster" Target="/ppt/notesMasters/notesMaster1.xml" Id="Re58bd3de542d41f7" /><Relationship Type="http://schemas.openxmlformats.org/officeDocument/2006/relationships/presProps" Target="/ppt/presProps.xml" Id="Rc15bec664ab943c7" /><Relationship Type="http://schemas.openxmlformats.org/officeDocument/2006/relationships/tableStyles" Target="/ppt/tableStyles.xml" Id="R40852ef5cff1416d" /><Relationship Type="http://schemas.openxmlformats.org/officeDocument/2006/relationships/slide" Target="/ppt/slides/slide1.xml" Id="R3d4eaa130bfd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804636e8d2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d59d7db5c7474f" /><Relationship Type="http://schemas.openxmlformats.org/officeDocument/2006/relationships/notesMaster" Target="/ppt/notesMasters/notesMaster1.xml" Id="Rf109a5bf273f47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a85b792fc4c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b92792ff94f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c6e457e2b47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6745582844c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2ca93ecb94b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1454166f1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931BF-CD57-403C-B293-E9FE72389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8250" y="25908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ADFDDE-DCD7-40A9-85AA-78E199B4B3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57375" y="377190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7DE985-4B88-416F-AAC1-A8F8B135E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8250" y="28575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D57C29-082B-4C94-AF3C-C161ADB0D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6516" y="533400"/>
            <a:ext cx="1098946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8762CB-EEEC-42BA-A688-124A3DDEDA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6516" y="1905000"/>
            <a:ext cx="1098946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87CB82-E39E-495E-8F5C-8AA0B30AB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6516" y="533400"/>
            <a:ext cx="1098946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DF0A8D-B0B5-4DB8-9CD9-5B9D277337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6516" y="1905000"/>
            <a:ext cx="510778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82C3B5-FA16-4B7F-9B18-D74FA4618E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78203" y="1905000"/>
            <a:ext cx="510778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A90BD-B35C-4339-97C8-05AC80952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6516" y="533400"/>
            <a:ext cx="1098946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F8C860-1369-4B45-B7FD-329AEDD8F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6516" y="1905000"/>
            <a:ext cx="510778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b64d82aac4a9d" /><Relationship Type="http://schemas.openxmlformats.org/officeDocument/2006/relationships/slideLayout" Target="/ppt/slideLayouts/slideLayout1.xml" Id="R70b28b929d0646d3" /><Relationship Type="http://schemas.openxmlformats.org/officeDocument/2006/relationships/slideLayout" Target="/ppt/slideLayouts/slideLayout2.xml" Id="Rd5400e824c5c4d39" /><Relationship Type="http://schemas.openxmlformats.org/officeDocument/2006/relationships/slideLayout" Target="/ppt/slideLayouts/slideLayout3.xml" Id="R694103ada58e4d51" /><Relationship Type="http://schemas.openxmlformats.org/officeDocument/2006/relationships/slideLayout" Target="/ppt/slideLayouts/slideLayout4.xml" Id="R69fbbd43454c4a1a" /><Relationship Type="http://schemas.openxmlformats.org/officeDocument/2006/relationships/slideLayout" Target="/ppt/slideLayouts/slideLayout5.xml" Id="Re716497531d2478b" /><Relationship Type="http://schemas.openxmlformats.org/officeDocument/2006/relationships/slideLayout" Target="/ppt/slideLayouts/slideLayout6.xml" Id="R2852ec826f46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28b929d0646d3"/>
    <p:sldLayoutId xmlns:r="http://schemas.openxmlformats.org/officeDocument/2006/relationships" id="2147483650" r:id="Rd5400e824c5c4d39"/>
    <p:sldLayoutId xmlns:r="http://schemas.openxmlformats.org/officeDocument/2006/relationships" id="2147483651" r:id="R694103ada58e4d51"/>
    <p:sldLayoutId xmlns:r="http://schemas.openxmlformats.org/officeDocument/2006/relationships" id="2147483652" r:id="R69fbbd43454c4a1a"/>
    <p:sldLayoutId xmlns:r="http://schemas.openxmlformats.org/officeDocument/2006/relationships" id="2147483653" r:id="Re716497531d2478b"/>
    <p:sldLayoutId xmlns:r="http://schemas.openxmlformats.org/officeDocument/2006/relationships" id="2147483654" r:id="R2852ec826f46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5f284677147e2" /><Relationship Type="http://schemas.openxmlformats.org/officeDocument/2006/relationships/notesSlide" Target="/ppt/notesSlides/notesSlide1.xml" Id="R43116d8cb678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tate-panel">
            <a:extLst xmlns:a="http://schemas.openxmlformats.org/drawingml/2006/main">
              <a:ext uri="{FF2B5EF4-FFF2-40B4-BE49-F238E27FC236}">
                <a16:creationId xmlns:a16="http://schemas.microsoft.com/office/drawing/2014/main" id="{D9A6D23B-85F4-4B18-BFE9-69788C1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33375"/>
            <a:ext cx="4000500" cy="5619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48791-B15A-4F9A-A886-7CC77DAC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Persistent state and executable contract</a:t>
            </a:r>
          </a:p>
        </p:txBody>
      </p:sp>
      <p:sp>
        <p:nvSpPr>
          <p:cNvPr id="3" name="agent">
            <a:extLst xmlns:a="http://schemas.openxmlformats.org/drawingml/2006/main">
              <a:ext uri="{FF2B5EF4-FFF2-40B4-BE49-F238E27FC236}">
                <a16:creationId xmlns:a16="http://schemas.microsoft.com/office/drawing/2014/main" id="{B1CBD94B-5AD4-4552-897A-3E69793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Household agent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attributes | state | beliefs | goals</a:t>
            </a:r>
          </a:p>
        </p:txBody>
      </p:sp>
      <p:sp>
        <p:nvSpPr>
          <p:cNvPr id="4" name="memory">
            <a:extLst xmlns:a="http://schemas.openxmlformats.org/drawingml/2006/main">
              <a:ext uri="{FF2B5EF4-FFF2-40B4-BE49-F238E27FC236}">
                <a16:creationId xmlns:a16="http://schemas.microsoft.com/office/drawing/2014/main" id="{2FEAB575-F85F-4A47-8813-4563B8D9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333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Bounded memory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actions | outcomes | trust</a:t>
            </a:r>
          </a:p>
        </p:txBody>
      </p:sp>
      <p:sp>
        <p:nvSpPr>
          <p:cNvPr id="5" name="relations">
            <a:extLst xmlns:a="http://schemas.openxmlformats.org/drawingml/2006/main">
              <a:ext uri="{FF2B5EF4-FFF2-40B4-BE49-F238E27FC236}">
                <a16:creationId xmlns:a16="http://schemas.microsoft.com/office/drawing/2014/main" id="{D1B26F15-38DC-4791-ABE6-643AE76B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333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Social relations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visible neighbours | network evidence</a:t>
            </a:r>
          </a:p>
        </p:txBody>
      </p:sp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50F82345-F482-4936-8929-E59C17B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Policy and market evidence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validity | time | provenance</a:t>
            </a:r>
          </a:p>
        </p:txBody>
      </p:sp>
      <p:sp>
        <p:nvSpPr>
          <p:cNvPr id="7" name="contract">
            <a:extLst xmlns:a="http://schemas.openxmlformats.org/drawingml/2006/main">
              <a:ext uri="{FF2B5EF4-FFF2-40B4-BE49-F238E27FC236}">
                <a16:creationId xmlns:a16="http://schemas.microsoft.com/office/drawing/2014/main" id="{609D0B7B-460B-48E0-B5AA-CAC852D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333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Typed object–relation–event–evidence contract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legal actions | temporal boundary | exception predicates</a:t>
            </a:r>
          </a:p>
        </p:txBody>
      </p:sp>
      <p:sp>
        <p:nvSpPr>
          <p:cNvPr id="8" name="flow-panel">
            <a:extLst xmlns:a="http://schemas.openxmlformats.org/drawingml/2006/main">
              <a:ext uri="{FF2B5EF4-FFF2-40B4-BE49-F238E27FC236}">
                <a16:creationId xmlns:a16="http://schemas.microsoft.com/office/drawing/2014/main" id="{1DC114F6-0C4B-45A7-8C35-2D9F863A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"/>
            <a:ext cx="7667625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AFB92-95D8-45BE-9BD3-9C3FBCF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Frozen decision sequence</a:t>
            </a:r>
          </a:p>
        </p:txBody>
      </p:sp>
      <p:sp>
        <p:nvSpPr>
          <p:cNvPr id="10" name="base">
            <a:extLst xmlns:a="http://schemas.openxmlformats.org/drawingml/2006/main">
              <a:ext uri="{FF2B5EF4-FFF2-40B4-BE49-F238E27FC236}">
                <a16:creationId xmlns:a16="http://schemas.microsoft.com/office/drawing/2014/main" id="{4BD472D1-CF42-40DF-A639-C7B6E50F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57250"/>
            <a:ext cx="700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1  CPU legal-action filter + frozen decision table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Verified base action</a:t>
            </a:r>
          </a:p>
        </p:txBody>
      </p:sp>
      <p:sp>
        <p:nvSpPr>
          <p:cNvPr id="11" name="hard">
            <a:extLst xmlns:a="http://schemas.openxmlformats.org/drawingml/2006/main">
              <a:ext uri="{FF2B5EF4-FFF2-40B4-BE49-F238E27FC236}">
                <a16:creationId xmlns:a16="http://schemas.microsoft.com/office/drawing/2014/main" id="{9CA6ED4D-BBF9-488E-B97D-384154A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19250"/>
            <a:ext cx="21907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2  Hard exception?</a:t>
            </a:r>
          </a:p>
        </p:txBody>
      </p:sp>
      <p:sp>
        <p:nvSpPr>
          <p:cNvPr id="12" name="candidate">
            <a:extLst xmlns:a="http://schemas.openxmlformats.org/drawingml/2006/main">
              <a:ext uri="{FF2B5EF4-FFF2-40B4-BE49-F238E27FC236}">
                <a16:creationId xmlns:a16="http://schemas.microsoft.com/office/drawing/2014/main" id="{BD233B6F-7F7D-48FC-AC15-0AB78760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21907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3  Coarse candidate?</a:t>
            </a:r>
          </a:p>
        </p:txBody>
      </p:sp>
      <p:sp>
        <p:nvSpPr>
          <p:cNvPr id="13" name="jev">
            <a:extLst xmlns:a="http://schemas.openxmlformats.org/drawingml/2006/main">
              <a:ext uri="{FF2B5EF4-FFF2-40B4-BE49-F238E27FC236}">
                <a16:creationId xmlns:a16="http://schemas.microsoft.com/office/drawing/2014/main" id="{22EB2333-33D0-49D2-B7D7-A8F990C3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4  JEV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route only</a:t>
            </a:r>
          </a:p>
        </p:txBody>
      </p:sp>
      <p:sp>
        <p:nvSpPr>
          <p:cNvPr id="14" name="fast">
            <a:extLst xmlns:a="http://schemas.openxmlformats.org/drawingml/2006/main">
              <a:ext uri="{FF2B5EF4-FFF2-40B4-BE49-F238E27FC236}">
                <a16:creationId xmlns:a16="http://schemas.microsoft.com/office/drawing/2014/main" id="{E8EE46C9-49DB-45E8-AEE5-E50D2991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 base action</a:t>
            </a:r>
          </a:p>
        </p:txBody>
      </p:sp>
      <p:sp>
        <p:nvSpPr>
          <p:cNvPr id="15" name="l2">
            <a:extLst xmlns:a="http://schemas.openxmlformats.org/drawingml/2006/main">
              <a:ext uri="{FF2B5EF4-FFF2-40B4-BE49-F238E27FC236}">
                <a16:creationId xmlns:a16="http://schemas.microsoft.com/office/drawing/2014/main" id="{72F0398D-842E-4ECC-A6A4-70F013F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5  L2 semantic review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 or valid exception</a:t>
            </a:r>
          </a:p>
        </p:txBody>
      </p:sp>
      <p:sp>
        <p:nvSpPr>
          <p:cNvPr id="16" name="validation">
            <a:extLst xmlns:a="http://schemas.openxmlformats.org/drawingml/2006/main">
              <a:ext uri="{FF2B5EF4-FFF2-40B4-BE49-F238E27FC236}">
                <a16:creationId xmlns:a16="http://schemas.microsoft.com/office/drawing/2014/main" id="{57C06618-D4AD-4CB0-AA23-7378F11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6  Runtime contract validation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schema | action | evidence | time</a:t>
            </a:r>
          </a:p>
        </p:txBody>
      </p:sp>
      <p:sp>
        <p:nvSpPr>
          <p:cNvPr id="17" name="commit">
            <a:extLst xmlns:a="http://schemas.openxmlformats.org/drawingml/2006/main">
              <a:ext uri="{FF2B5EF4-FFF2-40B4-BE49-F238E27FC236}">
                <a16:creationId xmlns:a16="http://schemas.microsoft.com/office/drawing/2014/main" id="{EC98D9B8-3F07-4714-82F7-65B6600D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1125"/>
            <a:ext cx="3333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7  Commit action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 selected L2 is final</a:t>
            </a:r>
          </a:p>
        </p:txBody>
      </p:sp>
      <p:sp>
        <p:nvSpPr>
          <p:cNvPr id="18" name="update">
            <a:extLst xmlns:a="http://schemas.openxmlformats.org/drawingml/2006/main">
              <a:ext uri="{FF2B5EF4-FFF2-40B4-BE49-F238E27FC236}">
                <a16:creationId xmlns:a16="http://schemas.microsoft.com/office/drawing/2014/main" id="{645F0E09-C03D-4322-9AA5-DE9A8DB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19750"/>
            <a:ext cx="285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Environment executes action</a:t>
            </a:r>
          </a:p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and updates next state</a:t>
            </a:r>
          </a:p>
        </p:txBody>
      </p:sp>
      <p:cxnSp>
        <p:nvCxnSpPr>
          <p:cNvPr id="19" name="evidence-to-base-1">
            <a:extLst xmlns:a="http://schemas.openxmlformats.org/drawingml/2006/main">
              <a:ext uri="{FF2B5EF4-FFF2-40B4-BE49-F238E27FC236}">
                <a16:creationId xmlns:a16="http://schemas.microsoft.com/office/drawing/2014/main" id="{FB1891E7-9C75-404A-B253-68FC2AD09D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38625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</a:ln>
        </p:spPr>
      </p:cxnSp>
      <p:cxnSp>
        <p:nvCxnSpPr>
          <p:cNvPr id="20" name="evidence-to-base-2">
            <a:extLst xmlns:a="http://schemas.openxmlformats.org/drawingml/2006/main">
              <a:ext uri="{FF2B5EF4-FFF2-40B4-BE49-F238E27FC236}">
                <a16:creationId xmlns:a16="http://schemas.microsoft.com/office/drawing/2014/main" id="{AB001BC9-E1ED-4886-AF69-58A9049626E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619625" y="1123950"/>
            <a:ext cx="0" cy="20193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</a:ln>
        </p:spPr>
      </p:cxnSp>
      <p:cxnSp>
        <p:nvCxnSpPr>
          <p:cNvPr id="21" name="evidence-to-base-3">
            <a:extLst xmlns:a="http://schemas.openxmlformats.org/drawingml/2006/main">
              <a:ext uri="{FF2B5EF4-FFF2-40B4-BE49-F238E27FC236}">
                <a16:creationId xmlns:a16="http://schemas.microsoft.com/office/drawing/2014/main" id="{86A4FBF1-8ACB-4359-B9BD-726E8472D4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19625" y="11239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  <a:tailEnd type="triangle" w="sm" len="sm"/>
          </a:ln>
        </p:spPr>
      </p:cxnSp>
      <p:cxnSp>
        <p:nvCxnSpPr>
          <p:cNvPr id="22" name="base-to-hard-1">
            <a:extLst xmlns:a="http://schemas.openxmlformats.org/drawingml/2006/main">
              <a:ext uri="{FF2B5EF4-FFF2-40B4-BE49-F238E27FC236}">
                <a16:creationId xmlns:a16="http://schemas.microsoft.com/office/drawing/2014/main" id="{54CD7A18-AFD1-49D0-B616-722BD029B2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86750" y="13811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cxnSp>
        <p:nvCxnSpPr>
          <p:cNvPr id="23" name="hard-to-l2-1">
            <a:extLst xmlns:a="http://schemas.openxmlformats.org/drawingml/2006/main">
              <a:ext uri="{FF2B5EF4-FFF2-40B4-BE49-F238E27FC236}">
                <a16:creationId xmlns:a16="http://schemas.microsoft.com/office/drawing/2014/main" id="{35EA91CB-8E30-4EEA-A861-884AE41EC3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82125" y="1952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1CEEB-BC6F-4CEF-80DE-6A18AF2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457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25" name="hard-to-candidate-1">
            <a:extLst xmlns:a="http://schemas.openxmlformats.org/drawingml/2006/main">
              <a:ext uri="{FF2B5EF4-FFF2-40B4-BE49-F238E27FC236}">
                <a16:creationId xmlns:a16="http://schemas.microsoft.com/office/drawing/2014/main" id="{35373CCD-8215-4E2A-B689-AEE8802263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86750" y="22860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29BD6-DBDB-41E3-A07F-D9A74C0D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400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27" name="candidate-to-fast-1">
            <a:extLst xmlns:a="http://schemas.openxmlformats.org/drawingml/2006/main">
              <a:ext uri="{FF2B5EF4-FFF2-40B4-BE49-F238E27FC236}">
                <a16:creationId xmlns:a16="http://schemas.microsoft.com/office/drawing/2014/main" id="{51BC924C-9482-4342-89FA-641B2FB5D6D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619875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EEC477-D791-47B6-ABCA-5C9D5719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00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29" name="candidate-to-jev-1">
            <a:extLst xmlns:a="http://schemas.openxmlformats.org/drawingml/2006/main">
              <a:ext uri="{FF2B5EF4-FFF2-40B4-BE49-F238E27FC236}">
                <a16:creationId xmlns:a16="http://schemas.microsoft.com/office/drawing/2014/main" id="{E82542B0-4C5A-4593-BFE5-821E9C4B69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86750" y="3286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C8680-7571-4399-B573-58AF89EA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05175"/>
            <a:ext cx="457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31" name="jev-to-l2-1">
            <a:extLst xmlns:a="http://schemas.openxmlformats.org/drawingml/2006/main">
              <a:ext uri="{FF2B5EF4-FFF2-40B4-BE49-F238E27FC236}">
                <a16:creationId xmlns:a16="http://schemas.microsoft.com/office/drawing/2014/main" id="{1FB56FA9-9BCA-4A4A-B5EC-9E41E96260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82125" y="39147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32" name="jev-to-l2-2">
            <a:extLst xmlns:a="http://schemas.openxmlformats.org/drawingml/2006/main">
              <a:ext uri="{FF2B5EF4-FFF2-40B4-BE49-F238E27FC236}">
                <a16:creationId xmlns:a16="http://schemas.microsoft.com/office/drawing/2014/main" id="{09C38381-BFB4-4CFF-ABC0-5AC810001C5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667875" y="23812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33" name="jev-to-l2-3">
            <a:extLst xmlns:a="http://schemas.openxmlformats.org/drawingml/2006/main">
              <a:ext uri="{FF2B5EF4-FFF2-40B4-BE49-F238E27FC236}">
                <a16:creationId xmlns:a16="http://schemas.microsoft.com/office/drawing/2014/main" id="{1923DA60-E91C-4963-BCD0-123532F8B4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67875" y="2381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71289-B344-4FED-ACF1-6291256D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0045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cxnSp>
        <p:nvCxnSpPr>
          <p:cNvPr id="35" name="jev-to-fast-1">
            <a:extLst xmlns:a="http://schemas.openxmlformats.org/drawingml/2006/main">
              <a:ext uri="{FF2B5EF4-FFF2-40B4-BE49-F238E27FC236}">
                <a16:creationId xmlns:a16="http://schemas.microsoft.com/office/drawing/2014/main" id="{8BDE5043-AD46-4CB7-86A9-35680060381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858000" y="39147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36" name="jev-to-fast-2">
            <a:extLst xmlns:a="http://schemas.openxmlformats.org/drawingml/2006/main">
              <a:ext uri="{FF2B5EF4-FFF2-40B4-BE49-F238E27FC236}">
                <a16:creationId xmlns:a16="http://schemas.microsoft.com/office/drawing/2014/main" id="{350EE802-956F-42FA-AE4E-6A772CB0EF1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58000" y="314325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37" name="jev-to-fast-3">
            <a:extLst xmlns:a="http://schemas.openxmlformats.org/drawingml/2006/main">
              <a:ext uri="{FF2B5EF4-FFF2-40B4-BE49-F238E27FC236}">
                <a16:creationId xmlns:a16="http://schemas.microsoft.com/office/drawing/2014/main" id="{D66513D2-6827-41D0-981D-BCC70C2259D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619875" y="3143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9015A-1A06-4BFB-9723-B2DF7AB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48075"/>
            <a:ext cx="619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cxnSp>
        <p:nvCxnSpPr>
          <p:cNvPr id="39" name="fast-to-validation-1">
            <a:extLst xmlns:a="http://schemas.openxmlformats.org/drawingml/2006/main">
              <a:ext uri="{FF2B5EF4-FFF2-40B4-BE49-F238E27FC236}">
                <a16:creationId xmlns:a16="http://schemas.microsoft.com/office/drawing/2014/main" id="{2245762E-A0D3-4071-990E-3C652DE537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330517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40" name="fast-to-validation-2">
            <a:extLst xmlns:a="http://schemas.openxmlformats.org/drawingml/2006/main">
              <a:ext uri="{FF2B5EF4-FFF2-40B4-BE49-F238E27FC236}">
                <a16:creationId xmlns:a16="http://schemas.microsoft.com/office/drawing/2014/main" id="{DB6ACAC4-86AC-45A6-99FE-21CC793F29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466725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cxnSp>
        <p:nvCxnSpPr>
          <p:cNvPr id="41" name="l2-to-validation-1">
            <a:extLst xmlns:a="http://schemas.openxmlformats.org/drawingml/2006/main">
              <a:ext uri="{FF2B5EF4-FFF2-40B4-BE49-F238E27FC236}">
                <a16:creationId xmlns:a16="http://schemas.microsoft.com/office/drawing/2014/main" id="{52F850BC-C72F-4215-89A2-82515CF8BD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2809875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cxnSp>
        <p:nvCxnSpPr>
          <p:cNvPr id="42" name="validation-to-commit-1">
            <a:extLst xmlns:a="http://schemas.openxmlformats.org/drawingml/2006/main">
              <a:ext uri="{FF2B5EF4-FFF2-40B4-BE49-F238E27FC236}">
                <a16:creationId xmlns:a16="http://schemas.microsoft.com/office/drawing/2014/main" id="{451CE967-FDC7-4842-8A48-EF8C623CD5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58375" y="50006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cxnSp>
        <p:nvCxnSpPr>
          <p:cNvPr id="43" name="commit-to-update-1">
            <a:extLst xmlns:a="http://schemas.openxmlformats.org/drawingml/2006/main">
              <a:ext uri="{FF2B5EF4-FFF2-40B4-BE49-F238E27FC236}">
                <a16:creationId xmlns:a16="http://schemas.microsoft.com/office/drawing/2014/main" id="{604B1FA2-476C-4DA2-89D1-D4E6EF50DCB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67625" y="5505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</a:ln>
        </p:spPr>
      </p:cxnSp>
      <p:cxnSp>
        <p:nvCxnSpPr>
          <p:cNvPr id="44" name="commit-to-update-2">
            <a:extLst xmlns:a="http://schemas.openxmlformats.org/drawingml/2006/main">
              <a:ext uri="{FF2B5EF4-FFF2-40B4-BE49-F238E27FC236}">
                <a16:creationId xmlns:a16="http://schemas.microsoft.com/office/drawing/2014/main" id="{35A3492A-75EA-4E21-84B5-47ED8F87B3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67625" y="55054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solid"/>
            <a:tailEnd type="triangle" w="sm" len="sm"/>
          </a:ln>
        </p:spPr>
      </p:cxnSp>
      <p:cxnSp>
        <p:nvCxnSpPr>
          <p:cNvPr id="45" name="next-round-1">
            <a:extLst xmlns:a="http://schemas.openxmlformats.org/drawingml/2006/main">
              <a:ext uri="{FF2B5EF4-FFF2-40B4-BE49-F238E27FC236}">
                <a16:creationId xmlns:a16="http://schemas.microsoft.com/office/drawing/2014/main" id="{08F801A7-8E02-476D-B631-15A5301DACA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333875" y="58864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</a:ln>
        </p:spPr>
      </p:cxnSp>
      <p:cxnSp>
        <p:nvCxnSpPr>
          <p:cNvPr id="46" name="next-round-2">
            <a:extLst xmlns:a="http://schemas.openxmlformats.org/drawingml/2006/main">
              <a:ext uri="{FF2B5EF4-FFF2-40B4-BE49-F238E27FC236}">
                <a16:creationId xmlns:a16="http://schemas.microsoft.com/office/drawing/2014/main" id="{8EA7A6C9-1838-434E-BFEB-C0EB7978E6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33875" y="58864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</a:ln>
        </p:spPr>
      </p:cxnSp>
      <p:cxnSp>
        <p:nvCxnSpPr>
          <p:cNvPr id="47" name="next-round-3">
            <a:extLst xmlns:a="http://schemas.openxmlformats.org/drawingml/2006/main">
              <a:ext uri="{FF2B5EF4-FFF2-40B4-BE49-F238E27FC236}">
                <a16:creationId xmlns:a16="http://schemas.microsoft.com/office/drawing/2014/main" id="{C67E4336-6890-4EA6-A9FE-91253D2E0AB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38375" y="63817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</a:ln>
        </p:spPr>
      </p:cxnSp>
      <p:cxnSp>
        <p:nvCxnSpPr>
          <p:cNvPr id="48" name="next-round-4">
            <a:extLst xmlns:a="http://schemas.openxmlformats.org/drawingml/2006/main">
              <a:ext uri="{FF2B5EF4-FFF2-40B4-BE49-F238E27FC236}">
                <a16:creationId xmlns:a16="http://schemas.microsoft.com/office/drawing/2014/main" id="{33184585-E93F-4083-8250-611071AB946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38375" y="5953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22222"/>
            </a:solidFill>
            <a:prstDash val="dash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E87145-1AE9-46B9-B918-00980716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15050"/>
            <a:ext cx="1000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22222"/>
                </a:solidFill>
                <a:latin typeface="Arial"/>
                <a:ea typeface="Arial"/>
                <a:cs typeface="Arial"/>
              </a:rPr>
              <a:t>Next round</a:t>
            </a:r>
          </a:p>
        </p:txBody>
      </p:sp>
    </p:spTree>
    <p:extLst>
      <p:ext uri="{BB962C8B-B14F-4D97-AF65-F5344CB8AC3E}">
        <p14:creationId xmlns:p14="http://schemas.microsoft.com/office/powerpoint/2010/main" val="1687637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2026-10-09T08:45:09.6250000Z</dcterms:created>
  <dcterms:modified xsi:type="dcterms:W3CDTF">2026-10-09T08:45:09.6250000Z</dcterms:modified>
</coreProperties>
</file>